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INGENIERÍA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114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Industrial y de Sistemas  |  Escuela Profesional de Ingeniería de Software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0" y="731520"/>
            <a:ext cx="21945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Lenguajes de Dominio Específico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1353312"/>
            <a:ext cx="12192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731520"/>
            <a:ext cx="2926080" cy="29260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3200400"/>
            <a:ext cx="1645920" cy="1645920"/>
          </a:xfrm>
          <a:prstGeom prst="ellipse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5448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CodeLAB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Consultas SQL Dinámicas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345643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 / Motor de consultas de datos relacionales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32104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0480"/>
            <a:ext cx="73152" cy="12984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1363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Jorge Medianero Acosta   |   Semestre: 2026-I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4224528"/>
            <a:ext cx="713232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1596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Suazo  ·  Farid Zamudio  ·  Luis Vargas  ·  Yazid Fernandez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Contexto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8412480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316736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un inventario requiere consultas SQL complejas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8412480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396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157984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no técnicos no pueden escribir SQL manualmente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8412480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8094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99923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generar consultas SQL de forma dinámica y visual?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3712464"/>
            <a:ext cx="8412480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221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8404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Necesitamos una interfaz que genere SQL automáticamente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FUNDAMENTO TEÓRICO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DSL?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15568"/>
            <a:ext cx="8412480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Language: lenguaje diseñado para resolver problemas en un dominio concreto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más natural y concisa que un lenguaje de propósito general.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265176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500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7614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 bases de datos relacionales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212848"/>
            <a:ext cx="26517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3500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7614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patrones en texto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212848"/>
            <a:ext cx="26517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3500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27614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estilos CSS avanzados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proyecto: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SQL como DSL embebido en JavaScript. El sistema genera sentencias SQL dinámicamente desde una interfaz visual, sin que el usuario necesite escribir código.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DISEÑO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70432"/>
            <a:ext cx="84124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201168" cy="10789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618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54880" y="151790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visual · Formulario de consultas · Gráficos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84124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32304"/>
            <a:ext cx="201168" cy="10789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237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8163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54880" y="277977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Validación SQL · Lógica de negocio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694176"/>
            <a:ext cx="84124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94176"/>
            <a:ext cx="201168" cy="10789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856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07822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754880" y="40416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del inventario · Migrable a PostgreSQL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→ Formulario → SQL generado → Backend → Base de datos → Resultado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Clave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265176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325880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Builder Visual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73736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consultas SQL mediante formulario interactivo sin escribir código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143000"/>
            <a:ext cx="26517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1325880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SQL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8416" y="173736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la consulta antes de ejecutar, previniendo errores e inyecciones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1325880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Interactivos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63056" y="173736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en barras y torta con Recharts, generados automáticamente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41148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834640"/>
            <a:ext cx="41148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Roles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" y="34290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lectura + escritura · Viewer: solo SELECT (con JWT)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1148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834640"/>
            <a:ext cx="41148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91456" y="34290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resultados en CSV (PapaParse) o PDF (jsPDF + autotable)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TECNOLOGÍAS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1965960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965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978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143000"/>
            <a:ext cx="1965960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143000"/>
            <a:ext cx="1965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1978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51460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Backend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143000"/>
            <a:ext cx="1965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978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1143000"/>
            <a:ext cx="1965960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1143000"/>
            <a:ext cx="1965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1978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12280" y="17830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679192"/>
            <a:ext cx="1965960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679192"/>
            <a:ext cx="1965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73405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65760" y="3319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14600" y="2679192"/>
            <a:ext cx="1965960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2679192"/>
            <a:ext cx="1965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2514600" y="273405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514600" y="3319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679192"/>
            <a:ext cx="1965960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679192"/>
            <a:ext cx="1965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73405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663440" y="3319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PDF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12280" y="2679192"/>
            <a:ext cx="1965960" cy="135331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12280" y="2679192"/>
            <a:ext cx="1965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273405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PapaParse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812280" y="33192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CSV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Uso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2529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25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1252728"/>
            <a:ext cx="781812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2801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 con rol asignado (admin o viewer)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883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1911096"/>
            <a:ext cx="781812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9385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columnas, filtros, orden y límite en el formulario visual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0120" y="2569464"/>
            <a:ext cx="781812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59689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genera el SQL dinámicamente en tiempo real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0120" y="3227832"/>
            <a:ext cx="781812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25526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consulta antes de ejecutar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858768"/>
            <a:ext cx="457200" cy="45720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60120" y="3886200"/>
            <a:ext cx="781812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9136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resultados en tabla interactiva y gráficos automáticos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517136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517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0120" y="4544568"/>
            <a:ext cx="781812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57200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el reporte en CSV o PDF con un clic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CIERRE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0972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70432"/>
            <a:ext cx="841248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164592" cy="6217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893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implementó SQL como DSL embebido, generando consultas relacionales de forma dinámica.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841248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47672"/>
            <a:ext cx="164592" cy="6217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6654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Query Builder permite consultas complejas sin conocimientos técnicos de bases de datos.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841248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24912"/>
            <a:ext cx="164592" cy="6217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4378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de 3 capas es escalable: migrable de SQLite a PostgreSQL en producción.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3502152"/>
            <a:ext cx="841248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02152"/>
            <a:ext cx="164592" cy="6217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2102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roles con JWT garantiza seguridad y control de acceso granular.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4315968"/>
            <a:ext cx="841248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708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Lenguajes de Dominio Específico  |  Docente: Ing. Jorge Medianero Acosta  |  2026-I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62686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Suazo  ·  Farid Zamudio  ·  Luis Vargas  ·  Yazid Fernandez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2026-06-28T02:22:51Z</dcterms:created>
  <dcterms:modified xsi:type="dcterms:W3CDTF">2026-06-28T02:22:51Z</dcterms:modified>
</cp:coreProperties>
</file>